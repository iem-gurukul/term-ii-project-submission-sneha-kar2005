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</p:spPr>
        <p:txBody>
          <a:bodyPr>
            <a:noAutofit/>
          </a:bodyPr>
          <a:lstStyle/>
          <a:p>
            <a:r>
              <a:rPr sz="2400" b="1" u="sng" dirty="0"/>
              <a:t>Simulation of Elevator Control System</a:t>
            </a:r>
          </a:p>
          <a:p>
            <a:r>
              <a:rPr sz="2400" b="1" u="sng" dirty="0"/>
              <a:t>using State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632" y="1258529"/>
            <a:ext cx="8372168" cy="5324833"/>
          </a:xfrm>
        </p:spPr>
        <p:txBody>
          <a:bodyPr>
            <a:normAutofit/>
          </a:bodyPr>
          <a:lstStyle/>
          <a:p>
            <a:r>
              <a:rPr lang="en-IN" sz="2800" u="sng" dirty="0"/>
              <a:t>Problem Statement </a:t>
            </a:r>
            <a:r>
              <a:rPr lang="en-IN" sz="2800" dirty="0"/>
              <a:t>: </a:t>
            </a:r>
            <a:r>
              <a:rPr lang="en-US" sz="2800" dirty="0"/>
              <a:t>Elevator systems require handling multiple dynamic states, but traditional approaches rely on complex conditional logic, making the system difficult to maintain and extend.</a:t>
            </a:r>
          </a:p>
          <a:p>
            <a:r>
              <a:rPr lang="en-IN" sz="2800" u="sng" dirty="0"/>
              <a:t>Target: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 dirty="0"/>
              <a:t>    </a:t>
            </a:r>
            <a:r>
              <a:rPr lang="en-US" sz="2400" dirty="0"/>
              <a:t>Computer Science students learning </a:t>
            </a:r>
            <a:r>
              <a:rPr lang="en-US" sz="2400" b="1" dirty="0"/>
              <a:t>OOP &amp; Design </a:t>
            </a:r>
          </a:p>
          <a:p>
            <a:pPr marL="0" indent="0">
              <a:buNone/>
            </a:pPr>
            <a:r>
              <a:rPr lang="en-US" sz="2400" b="1" dirty="0"/>
              <a:t>          Patterns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   </a:t>
            </a:r>
            <a:r>
              <a:rPr lang="en-US" sz="2400" dirty="0"/>
              <a:t>Beginner developers exploring </a:t>
            </a:r>
            <a:r>
              <a:rPr lang="en-US" sz="2400" b="1" dirty="0"/>
              <a:t>system design concepts.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         </a:t>
            </a:r>
            <a:r>
              <a:rPr lang="en-US" sz="2400" dirty="0"/>
              <a:t>Anyone interested in understanding </a:t>
            </a:r>
            <a:r>
              <a:rPr lang="en-US" sz="2400" b="1" dirty="0"/>
              <a:t>real-world elevator          </a:t>
            </a:r>
          </a:p>
          <a:p>
            <a:pPr marL="0" indent="0">
              <a:buNone/>
            </a:pPr>
            <a:r>
              <a:rPr lang="en-US" sz="2400" b="1" dirty="0"/>
              <a:t>              system simulation</a:t>
            </a:r>
          </a:p>
          <a:p>
            <a:pPr marL="0" indent="0">
              <a:buNone/>
            </a:pPr>
            <a:endParaRPr lang="en-US" sz="2800" b="1" dirty="0"/>
          </a:p>
          <a:p>
            <a:endParaRPr lang="en-IN" sz="2800" dirty="0"/>
          </a:p>
          <a:p>
            <a:pPr marL="0" indent="0">
              <a:buNone/>
            </a:pPr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u="sng" dirty="0"/>
              <a:t>System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A76D5A-D971-816E-2CCD-8ACB872C8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181" y="1052364"/>
            <a:ext cx="3714269" cy="55309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u="sng" dirty="0"/>
              <a:t>OOP Concepts Used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490D78-3FEA-1450-A8CF-9F53D7FB4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90048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Abstraction</a:t>
            </a:r>
            <a:r>
              <a:rPr lang="en-US" dirty="0"/>
              <a:t> – Defines common behavior through the State interface without exposing implementation details. </a:t>
            </a:r>
          </a:p>
          <a:p>
            <a:r>
              <a:rPr lang="en-US" b="1" dirty="0"/>
              <a:t>Inheritance</a:t>
            </a:r>
            <a:r>
              <a:rPr lang="en-US" dirty="0"/>
              <a:t> – Concrete state classes inherit the structure of the State interface. </a:t>
            </a:r>
          </a:p>
          <a:p>
            <a:r>
              <a:rPr lang="en-US" b="1" dirty="0"/>
              <a:t>Polymorphism</a:t>
            </a:r>
            <a:r>
              <a:rPr lang="en-US" dirty="0"/>
              <a:t> – Same method behaves differently based on the current elevator state. </a:t>
            </a:r>
          </a:p>
          <a:p>
            <a:r>
              <a:rPr lang="en-US" b="1" dirty="0"/>
              <a:t>Encapsulation</a:t>
            </a:r>
            <a:r>
              <a:rPr lang="en-US" dirty="0"/>
              <a:t> – Elevator data (floor, state, queue) is protected within the class. </a:t>
            </a:r>
          </a:p>
          <a:p>
            <a:r>
              <a:rPr lang="en-US" b="1" dirty="0"/>
              <a:t>Exception Handling</a:t>
            </a:r>
            <a:r>
              <a:rPr lang="en-US" dirty="0"/>
              <a:t> – Handles invalid inputs like out-of-range floor requests. </a:t>
            </a:r>
          </a:p>
          <a:p>
            <a:r>
              <a:rPr lang="en-US" b="1" dirty="0"/>
              <a:t>Collections (Queue)</a:t>
            </a:r>
            <a:r>
              <a:rPr lang="en-US" dirty="0"/>
              <a:t> – Manages multiple floor requests efficiently in order.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u="sng" dirty="0"/>
              <a:t>Technical Highlight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5D53CDD-E182-CEEF-50BB-43C6C3F77A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950589"/>
            <a:ext cx="782156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uses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Design Pattern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manage elevator behavior dynamically, eliminating the need for complex conditional (if-else logic)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elevator state (Idle, Moving Up/Down, Door operations) is implemented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class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clean and modular design.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Elevator (context)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delegates actions to the current state, allowing smooth and flexible state transitions.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Queue-based request handling mechanism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efficiently manages multiple floor requests in order.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includes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realistic door state transitions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(open, closing, closed) for better simulation accuracy.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architecture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extensible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easy to add new features like multi-elevator systems or priority scheduling.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u="sng" dirty="0"/>
              <a:t>Live 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01DCEB-0E70-0FCD-2999-073AB2F1E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Demonstrates the working of the </a:t>
            </a:r>
            <a:r>
              <a:rPr lang="en-US" sz="2400" b="1" dirty="0"/>
              <a:t>Elevator Control System</a:t>
            </a:r>
            <a:r>
              <a:rPr lang="en-US" sz="2400" dirty="0"/>
              <a:t> using the State Pattern in real-time. </a:t>
            </a:r>
          </a:p>
          <a:p>
            <a:r>
              <a:rPr lang="en-US" sz="2400" dirty="0"/>
              <a:t>User inputs multiple floor requests, and the system processes them using a </a:t>
            </a:r>
            <a:r>
              <a:rPr lang="en-US" sz="2400" b="1" dirty="0"/>
              <a:t>queue-based approach</a:t>
            </a:r>
            <a:r>
              <a:rPr lang="en-US" sz="2400" dirty="0"/>
              <a:t>. </a:t>
            </a:r>
          </a:p>
          <a:p>
            <a:r>
              <a:rPr lang="en-US" sz="2400" dirty="0"/>
              <a:t>Elevator transitions through different states such as </a:t>
            </a:r>
            <a:r>
              <a:rPr lang="en-US" sz="2400" b="1" dirty="0"/>
              <a:t>Idle → Moving Up/Down → Door Open → Door Closing → Door Closed</a:t>
            </a:r>
            <a:r>
              <a:rPr lang="en-US" sz="2400" dirty="0"/>
              <a:t>. </a:t>
            </a:r>
          </a:p>
          <a:p>
            <a:r>
              <a:rPr lang="en-US" sz="2400" dirty="0"/>
              <a:t>Shows smooth and dynamic behavior without using complex conditional logic. </a:t>
            </a:r>
          </a:p>
          <a:p>
            <a:r>
              <a:rPr lang="en-US" sz="2400" dirty="0"/>
              <a:t>Displays current floor, movement direction, and door operations in the console output. </a:t>
            </a:r>
          </a:p>
          <a:p>
            <a:r>
              <a:rPr lang="en-US" sz="2400" dirty="0"/>
              <a:t>Includes </a:t>
            </a:r>
            <a:r>
              <a:rPr lang="en-US" sz="2400" b="1" dirty="0"/>
              <a:t>error handling</a:t>
            </a:r>
            <a:r>
              <a:rPr lang="en-US" sz="2400" dirty="0"/>
              <a:t>, such as invalid floor inputs, ensuring system robustness. 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373</Words>
  <Application>Microsoft Office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Office Theme</vt:lpstr>
      <vt:lpstr>Simulation of Elevator Control System using State Pattern</vt:lpstr>
      <vt:lpstr>System Design</vt:lpstr>
      <vt:lpstr>OOP Concepts Used</vt:lpstr>
      <vt:lpstr>Technical Highlight</vt:lpstr>
      <vt:lpstr>Live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SNEHA KAR</cp:lastModifiedBy>
  <cp:revision>3</cp:revision>
  <dcterms:created xsi:type="dcterms:W3CDTF">2013-01-27T09:14:16Z</dcterms:created>
  <dcterms:modified xsi:type="dcterms:W3CDTF">2026-03-29T10:56:33Z</dcterms:modified>
  <cp:category/>
</cp:coreProperties>
</file>